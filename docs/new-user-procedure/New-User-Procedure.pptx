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 — The window opens</a:t>
            </a:r>
          </a:p>
        </p:txBody>
      </p:sp>
      <p:pic>
        <p:nvPicPr>
          <p:cNvPr id="3" name="Picture 2" descr="step-1-window-op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3087"/>
            <a:ext cx="11094415" cy="1220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Acervator opens on Status. Press Live.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 — Live has no venue</a:t>
            </a:r>
          </a:p>
        </p:txBody>
      </p:sp>
      <p:pic>
        <p:nvPicPr>
          <p:cNvPr id="3" name="Picture 2" descr="step-2-live-has-no-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10" y="2087880"/>
            <a:ext cx="7153275" cy="2590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No venue is stored. Press Add Crypto Exchange.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3 — Enter the venue keys</a:t>
            </a:r>
          </a:p>
        </p:txBody>
      </p:sp>
      <p:pic>
        <p:nvPicPr>
          <p:cNvPr id="3" name="Picture 2" descr="step-3-enter-the-venue-k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083" y="1554480"/>
            <a:ext cx="672352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Type the key and the secret. Press Test and Add Exchange.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4 — Choose the engine</a:t>
            </a:r>
          </a:p>
        </p:txBody>
      </p:sp>
      <p:pic>
        <p:nvPicPr>
          <p:cNvPr id="3" name="Picture 2" descr="step-4-choose-the-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039" y="1554480"/>
            <a:ext cx="7133617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Accumulation Trading (Scrumming), then Next.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5 — Name what it trades</a:t>
            </a:r>
          </a:p>
        </p:txBody>
      </p:sp>
      <p:pic>
        <p:nvPicPr>
          <p:cNvPr id="3" name="Picture 2" descr="step-5-name-what-it-t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434" y="1554480"/>
            <a:ext cx="6936827" cy="36575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Pick the venue, then the pair. Press Next.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6 — Make the fleet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441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This step carries no picture. Driving it creates bots.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Open Inspector and scan. Press Preview on a topology proposal, then Adopt.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Adopt is the only control on that screen that creates anything. It opens the wizard once for each new bot.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7 — Start the fleet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441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This step carries no picture. A started bot places real orders on a real venue.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Start each bot from the bot list under Live.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The fleet is running.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