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 — Open Releases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The right column lists Releases. Open it.</a:t>
            </a:r>
          </a:p>
        </p:txBody>
      </p:sp>
      <p:pic>
        <p:nvPicPr>
          <p:cNvPr id="4" name="Picture 3" descr="step-1-open-rele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02" y="1645920"/>
            <a:ext cx="608249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Open Releases in the right column of the repository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docs/new-user-procedure/01-open-releases.md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 — Take the newest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The newest release wears Latest. Open that one.</a:t>
            </a:r>
          </a:p>
        </p:txBody>
      </p:sp>
      <p:pic>
        <p:nvPicPr>
          <p:cNvPr id="4" name="Picture 3" descr="step-2-take-the-newest-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02" y="1645920"/>
            <a:ext cx="608249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Open the release marked Latest.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docs/new-user-procedure/02-take-the-newest-release.md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3 — Pick one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Pick one file. Choose by the middle column.</a:t>
            </a:r>
          </a:p>
        </p:txBody>
      </p:sp>
      <p:pic>
        <p:nvPicPr>
          <p:cNvPr id="4" name="Picture 3" descr="step-3-pick-one-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08500"/>
            <a:ext cx="11185855" cy="2315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Take the one file whose middle column names your computer.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docs/new-user-procedure/03-pick-one-file.md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4 — On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On Windows, the release page carries the steps.</a:t>
            </a:r>
          </a:p>
        </p:txBody>
      </p:sp>
      <p:pic>
        <p:nvPicPr>
          <p:cNvPr id="4" name="Picture 3" descr="step-4-on-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3188"/>
            <a:ext cx="11185855" cy="32659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Right-click the file, choose Extract All, open the folder it makes, and double-click the program inside.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docs/new-user-procedure/04-on-windows.md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5 — On a Mac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On a Mac, the release page carries the steps.</a:t>
            </a:r>
          </a:p>
        </p:txBody>
      </p:sp>
      <p:pic>
        <p:nvPicPr>
          <p:cNvPr id="4" name="Picture 3" descr="step-5-on-a-m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97691"/>
            <a:ext cx="11185855" cy="25369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Double-click the file, then drag Acervator to the Applications folder.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docs/new-user-procedure/05-on-a-mac.md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6 — The window opens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Acervator opens on Status. Press Live.</a:t>
            </a:r>
          </a:p>
        </p:txBody>
      </p:sp>
      <p:pic>
        <p:nvPicPr>
          <p:cNvPr id="4" name="Picture 3" descr="step-6-window-op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50938"/>
            <a:ext cx="11185855" cy="12304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Acervator opens on Status. Press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docs/new-user-procedure/06-the-window-opens.md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7 — Live has no 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No venue is stored. Press Add Crypto Exchange.</a:t>
            </a:r>
          </a:p>
        </p:txBody>
      </p:sp>
      <p:pic>
        <p:nvPicPr>
          <p:cNvPr id="4" name="Picture 3" descr="step-7-live-has-no-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08" y="1645920"/>
            <a:ext cx="10603678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No venue is stored. Press Add Crypto Exchange.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docs/new-user-procedure/07-live-has-no-venue.md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8 — Enter the venue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Type the key and the secret. Press Test and Add Exchange.</a:t>
            </a:r>
          </a:p>
        </p:txBody>
      </p:sp>
      <p:pic>
        <p:nvPicPr>
          <p:cNvPr id="4" name="Picture 3" descr="step-8-enter-the-venue-k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94" y="1645920"/>
            <a:ext cx="7059706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Type the key and the secret. Press Test and Add Exchange.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docs/new-user-procedure/08-enter-the-venue-keys.md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9 — Choose 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Press Accumulation Trading, then Next. The wizard opens Select Asset Pair.</a:t>
            </a:r>
          </a:p>
        </p:txBody>
      </p:sp>
      <p:pic>
        <p:nvPicPr>
          <p:cNvPr id="4" name="Picture 3" descr="step-9-choose-the-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699" y="1645920"/>
            <a:ext cx="7490297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Press Accumulation Trading (Scrumming), then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docs/new-user-procedure/09-choose-the-engine.md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10 — Name what it trades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Pick the venue, then the pair. Press Next.</a:t>
            </a:r>
          </a:p>
        </p:txBody>
      </p:sp>
      <p:pic>
        <p:nvPicPr>
          <p:cNvPr id="4" name="Picture 3" descr="step-10-name-what-it-t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13" y="1645920"/>
            <a:ext cx="7283669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Pick the venue, then the pair. Press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docs/new-user-procedure/10-name-what-it-trades.md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11 — How far price must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Opposing Trade Interval opens at 1.00 %.</a:t>
            </a:r>
          </a:p>
        </p:txBody>
      </p:sp>
      <p:pic>
        <p:nvPicPr>
          <p:cNvPr id="4" name="Picture 3" descr="step-11-how-far-price-must-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34" y="1645920"/>
            <a:ext cx="6936827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Opposing Trade Interval sets the gap between one trade and the opposite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docs/new-user-procedure/11-how-far-price-must-move.md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12 — What it watches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TA Timeframe opens on 1h.</a:t>
            </a:r>
          </a:p>
        </p:txBody>
      </p:sp>
      <p:pic>
        <p:nvPicPr>
          <p:cNvPr id="4" name="Picture 3" descr="step-12-what-it-w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78097"/>
            <a:ext cx="11185855" cy="27761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TA Timeframe picks the candle size every indicator 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docs/new-user-procedure/12-what-it-watches.md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13 — Set the Target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Target Balance opens at $ 200.00.</a:t>
            </a:r>
          </a:p>
        </p:txBody>
      </p:sp>
      <p:pic>
        <p:nvPicPr>
          <p:cNvPr id="4" name="Picture 3" descr="step-13-set-the-target-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753" y="1645920"/>
            <a:ext cx="7246188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Set Target Balance.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docs/new-user-procedure/13-set-the-target-balance.md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14 — The price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Max Entry Price opens at $ 0.00000000.</a:t>
            </a:r>
          </a:p>
        </p:txBody>
      </p:sp>
      <p:pic>
        <p:nvPicPr>
          <p:cNvPr id="4" name="Picture 3" descr="step-14-the-price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34" y="1645920"/>
            <a:ext cx="6936827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Max Entry Price and Min Entry Price fence the price an automatic buy may pay.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docs/new-user-procedure/14-the-price-window.md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15 — What a cycle keeps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Scrum Fold Ratio opens at 100 %.</a:t>
            </a:r>
          </a:p>
        </p:txBody>
      </p:sp>
      <p:pic>
        <p:nvPicPr>
          <p:cNvPr id="4" name="Picture 3" descr="step-15-what-a-cycle-ke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34" y="1645920"/>
            <a:ext cx="6936827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The last three rows decide what a finished cycle keeps.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docs/new-user-procedure/15-what-a-cycle-keeps.md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16 — The reserve for a dip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Hedge Rebalance Active opens ticked. Press Next.</a:t>
            </a:r>
          </a:p>
        </p:txBody>
      </p:sp>
      <p:pic>
        <p:nvPicPr>
          <p:cNvPr id="4" name="Picture 3" descr="step-16-the-reserve-for-a-d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9280"/>
            <a:ext cx="11185855" cy="2633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Hedge Rebalance Active decides whether the dip reserve may be spent.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docs/new-user-procedure/16-the-reserve-for-a-dip.md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17 — The shadow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Enable Phantom Bots opens clear.</a:t>
            </a:r>
          </a:p>
        </p:txBody>
      </p:sp>
      <p:pic>
        <p:nvPicPr>
          <p:cNvPr id="4" name="Picture 3" descr="step-17-leave-the-shadow-bot-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54364"/>
            <a:ext cx="11185855" cy="26235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Enable Phantom Bots adds a slower reader above this bot.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docs/new-user-procedure/17-leave-the-shadow-bot-off.md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18 — How long a lock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Candles to lock opens at 2.</a:t>
            </a:r>
          </a:p>
        </p:txBody>
      </p:sp>
      <p:pic>
        <p:nvPicPr>
          <p:cNvPr id="4" name="Picture 3" descr="step-18-how-long-a-lock-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62843"/>
            <a:ext cx="11185855" cy="28066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Candles to lock sets how long a slower chart holds a trade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docs/new-user-procedure/18-how-long-a-lock-holds.md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19 — Create the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Finish stands where Next stood. Press Finish.</a:t>
            </a:r>
          </a:p>
        </p:txBody>
      </p:sp>
      <p:pic>
        <p:nvPicPr>
          <p:cNvPr id="4" name="Picture 3" descr="step-19-create-the-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2474"/>
            <a:ext cx="11185855" cy="1647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Press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docs/new-user-procedure/19-create-the-bot.md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20 — Make the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Press Scan Now, then Refresh under Bot Swarm Topologies.</a:t>
            </a:r>
          </a:p>
        </p:txBody>
      </p:sp>
      <p:pic>
        <p:nvPicPr>
          <p:cNvPr id="4" name="Picture 3" descr="step-20-make-the-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97" y="1645920"/>
            <a:ext cx="103963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Open Inspector and scan. Press Preview on a topology proposal, then Adopt.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docs/new-user-procedure/20-make-the-fleet.md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21 — Start the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Press Start. The bot connects and begins trading.</a:t>
            </a:r>
          </a:p>
        </p:txBody>
      </p:sp>
      <p:pic>
        <p:nvPicPr>
          <p:cNvPr id="4" name="Picture 3" descr="step-21-start-the-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10988"/>
            <a:ext cx="11185855" cy="13103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Start each bot from the bot list under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docs/new-user-procedure/21-start-the-fleet.md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22 — The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Press Sim. It stays empty until a run plays.</a:t>
            </a:r>
          </a:p>
        </p:txBody>
      </p:sp>
      <p:pic>
        <p:nvPicPr>
          <p:cNvPr id="4" name="Picture 3" descr="step-22-the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3327"/>
            <a:ext cx="11185855" cy="1845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Press Sim.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docs/new-user-procedure/22-the-simulator.md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23 — Paper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No fleet is loaded. Press Import Live Fleet.</a:t>
            </a:r>
          </a:p>
        </p:txBody>
      </p:sp>
      <p:pic>
        <p:nvPicPr>
          <p:cNvPr id="4" name="Picture 3" descr="step-23-paper-fi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785" y="1645920"/>
            <a:ext cx="7774124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Press Import Live Fleet.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docs/new-user-procedure/23-paper-first.md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24 — The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Press Charts. One panel appears per market a bot trades.</a:t>
            </a:r>
          </a:p>
        </p:txBody>
      </p:sp>
      <p:pic>
        <p:nvPicPr>
          <p:cNvPr id="4" name="Picture 3" descr="step-24-the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3327"/>
            <a:ext cx="11185855" cy="1845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Press Charts.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docs/new-user-procedure/24-the-chart.md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25 — The market inspector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Press Inspector. A scan fills it.</a:t>
            </a:r>
          </a:p>
        </p:txBody>
      </p:sp>
      <p:pic>
        <p:nvPicPr>
          <p:cNvPr id="4" name="Picture 3" descr="step-25-the-market-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3327"/>
            <a:ext cx="11185855" cy="1845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Press Inspector.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docs/new-user-procedure/25-the-market-inspector.md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26 — The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Press Swarm. Each bot joins it as one node.</a:t>
            </a:r>
          </a:p>
        </p:txBody>
      </p:sp>
      <p:pic>
        <p:nvPicPr>
          <p:cNvPr id="4" name="Picture 3" descr="step-26-the-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3327"/>
            <a:ext cx="11185855" cy="1845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Press Swarm.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docs/new-user-procedure/26-the-swarm.md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Step 27 — What it has traded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Press History. The venue's own fills land here.</a:t>
            </a:r>
          </a:p>
        </p:txBody>
      </p:sp>
      <p:pic>
        <p:nvPicPr>
          <p:cNvPr id="4" name="Picture 3" descr="step-27-what-it-has-tr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3327"/>
            <a:ext cx="11185855" cy="1845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1441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Press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docs/new-user-procedure/27-what-it-has-traded.md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